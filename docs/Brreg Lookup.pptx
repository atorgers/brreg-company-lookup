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3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08-Mar-26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9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08-Mar-26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5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08-Mar-26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08-Mar-26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6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08-Mar-26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7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08-Mar-26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1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9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08-Mar-26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5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Black and white image of a hawk">
            <a:extLst>
              <a:ext uri="{FF2B5EF4-FFF2-40B4-BE49-F238E27FC236}">
                <a16:creationId xmlns:a16="http://schemas.microsoft.com/office/drawing/2014/main" id="{94031734-1573-28C7-1043-50AF9BA1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D01D-E93E-ABA1-64F7-680947A5C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en-US" sz="3600" dirty="0" err="1"/>
              <a:t>Brreg</a:t>
            </a:r>
            <a:r>
              <a:rPr lang="en-US" sz="3600" dirty="0"/>
              <a:t> Lookup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8EB5E-BFD5-35C1-C78C-19231F13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8852" y="196597"/>
            <a:ext cx="5214068" cy="868139"/>
          </a:xfrm>
        </p:spPr>
        <p:txBody>
          <a:bodyPr anchor="ctr">
            <a:noAutofit/>
          </a:bodyPr>
          <a:lstStyle/>
          <a:p>
            <a:pPr algn="r"/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Solution and architecture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A346781-9D3C-0DBD-C758-10C02BF1F622}"/>
              </a:ext>
            </a:extLst>
          </p:cNvPr>
          <p:cNvSpPr txBox="1">
            <a:spLocks/>
          </p:cNvSpPr>
          <p:nvPr/>
        </p:nvSpPr>
        <p:spPr>
          <a:xfrm>
            <a:off x="8298424" y="2028100"/>
            <a:ext cx="3634494" cy="868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>
                <a:solidFill>
                  <a:schemeClr val="bg2">
                    <a:lumMod val="90000"/>
                    <a:lumOff val="1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Av: Anders Torgersen</a:t>
            </a:r>
          </a:p>
        </p:txBody>
      </p:sp>
    </p:spTree>
    <p:extLst>
      <p:ext uri="{BB962C8B-B14F-4D97-AF65-F5344CB8AC3E}">
        <p14:creationId xmlns:p14="http://schemas.microsoft.com/office/powerpoint/2010/main" val="1857982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6E213F-519E-842C-7776-EF1EBB19E72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1820" y="1"/>
            <a:ext cx="712871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46D9BA-B862-F71F-364E-77A0F0F97C8F}"/>
              </a:ext>
            </a:extLst>
          </p:cNvPr>
          <p:cNvSpPr txBox="1"/>
          <p:nvPr/>
        </p:nvSpPr>
        <p:spPr>
          <a:xfrm>
            <a:off x="800099" y="786537"/>
            <a:ext cx="28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Flow</a:t>
            </a:r>
          </a:p>
        </p:txBody>
      </p:sp>
    </p:spTree>
    <p:extLst>
      <p:ext uri="{BB962C8B-B14F-4D97-AF65-F5344CB8AC3E}">
        <p14:creationId xmlns:p14="http://schemas.microsoft.com/office/powerpoint/2010/main" val="174154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E55F3-220D-7CDA-1874-27F0F112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A2CB9779-E5F6-E5C3-7695-DE08718FC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071" y="46780"/>
            <a:ext cx="8514019" cy="6811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C20A2B-5F54-16D0-F1D2-6A3084CCC48B}"/>
              </a:ext>
            </a:extLst>
          </p:cNvPr>
          <p:cNvSpPr txBox="1"/>
          <p:nvPr/>
        </p:nvSpPr>
        <p:spPr>
          <a:xfrm>
            <a:off x="718485" y="807853"/>
            <a:ext cx="181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01015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61735D-FDBB-3D4A-398D-F0F78D87E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871" y="804143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cap="none" dirty="0">
                <a:latin typeface="Verdana" panose="020B0604030504040204" pitchFamily="34" charset="0"/>
                <a:ea typeface="Verdana" panose="020B0604030504040204" pitchFamily="34" charset="0"/>
              </a:rPr>
              <a:t>Components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A5866E7E-893B-7B18-E90A-6BFE0A45F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3087" y="1"/>
            <a:ext cx="813162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0677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Calisto MT</vt:lpstr>
      <vt:lpstr>Univers Condensed</vt:lpstr>
      <vt:lpstr>Verdana</vt:lpstr>
      <vt:lpstr>ChronicleVTI</vt:lpstr>
      <vt:lpstr>Brreg Lookup</vt:lpstr>
      <vt:lpstr>PowerPoint Presentation</vt:lpstr>
      <vt:lpstr>PowerPoint Presentation</vt:lpstr>
      <vt:lpstr>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Mikael Torgersen</dc:creator>
  <cp:lastModifiedBy>Anders Mikael Torgersen</cp:lastModifiedBy>
  <cp:revision>1</cp:revision>
  <dcterms:created xsi:type="dcterms:W3CDTF">2026-03-08T18:04:51Z</dcterms:created>
  <dcterms:modified xsi:type="dcterms:W3CDTF">2026-03-08T19:05:18Z</dcterms:modified>
</cp:coreProperties>
</file>