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08-Mar-26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1621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08-Mar-26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5358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08-Mar-26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32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08-Mar-26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392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08-Mar-26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57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08-Mar-26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16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08-Mar-26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62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08-Mar-26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775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08-Mar-26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95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08-Mar-26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318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08-Mar-26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295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08-Mar-26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55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0B98925-0550-1AFB-C1DC-02792400FB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4" name="Picture 3" descr="Black and white image of a hawk">
            <a:extLst>
              <a:ext uri="{FF2B5EF4-FFF2-40B4-BE49-F238E27FC236}">
                <a16:creationId xmlns:a16="http://schemas.microsoft.com/office/drawing/2014/main" id="{94031734-1573-28C7-1043-50AF9BA11D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30"/>
          <a:stretch>
            <a:fillRect/>
          </a:stretch>
        </p:blipFill>
        <p:spPr>
          <a:xfrm>
            <a:off x="0" y="10"/>
            <a:ext cx="1219197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CCA9273-E74E-A306-1F74-BEF9EDA30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246217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8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E6D01D-E93E-ABA1-64F7-680947A5C1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175147"/>
            <a:ext cx="7978385" cy="916234"/>
          </a:xfrm>
        </p:spPr>
        <p:txBody>
          <a:bodyPr anchor="ctr">
            <a:normAutofit/>
          </a:bodyPr>
          <a:lstStyle/>
          <a:p>
            <a:r>
              <a:rPr lang="en-US" sz="3600" dirty="0" err="1"/>
              <a:t>Brreg</a:t>
            </a:r>
            <a:r>
              <a:rPr lang="en-US" sz="3600" dirty="0"/>
              <a:t> Lookup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48EB5E-BFD5-35C1-C78C-19231F1364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18852" y="196597"/>
            <a:ext cx="5214068" cy="868139"/>
          </a:xfrm>
        </p:spPr>
        <p:txBody>
          <a:bodyPr anchor="ctr">
            <a:noAutofit/>
          </a:bodyPr>
          <a:lstStyle/>
          <a:p>
            <a:pPr algn="r"/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</a:rPr>
              <a:t>Solution and architecture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A346781-9D3C-0DBD-C758-10C02BF1F622}"/>
              </a:ext>
            </a:extLst>
          </p:cNvPr>
          <p:cNvSpPr txBox="1">
            <a:spLocks/>
          </p:cNvSpPr>
          <p:nvPr/>
        </p:nvSpPr>
        <p:spPr>
          <a:xfrm>
            <a:off x="8298424" y="2028100"/>
            <a:ext cx="3634494" cy="8681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800" dirty="0">
                <a:solidFill>
                  <a:schemeClr val="bg2">
                    <a:lumMod val="90000"/>
                    <a:lumOff val="1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Av: Anders Torgersen</a:t>
            </a:r>
          </a:p>
        </p:txBody>
      </p:sp>
    </p:spTree>
    <p:extLst>
      <p:ext uri="{BB962C8B-B14F-4D97-AF65-F5344CB8AC3E}">
        <p14:creationId xmlns:p14="http://schemas.microsoft.com/office/powerpoint/2010/main" val="18579824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5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583FD9E-C5A7-96F7-951D-7D292013C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56E213F-519E-842C-7776-EF1EBB19E72D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41820" y="1"/>
            <a:ext cx="7128711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D46D9BA-B862-F71F-364E-77A0F0F97C8F}"/>
              </a:ext>
            </a:extLst>
          </p:cNvPr>
          <p:cNvSpPr txBox="1"/>
          <p:nvPr/>
        </p:nvSpPr>
        <p:spPr>
          <a:xfrm>
            <a:off x="800099" y="786537"/>
            <a:ext cx="2897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The Flow</a:t>
            </a:r>
          </a:p>
        </p:txBody>
      </p:sp>
    </p:spTree>
    <p:extLst>
      <p:ext uri="{BB962C8B-B14F-4D97-AF65-F5344CB8AC3E}">
        <p14:creationId xmlns:p14="http://schemas.microsoft.com/office/powerpoint/2010/main" val="1741547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3E55F3-220D-7CDA-1874-27F0F1122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">
            <a:extLst>
              <a:ext uri="{FF2B5EF4-FFF2-40B4-BE49-F238E27FC236}">
                <a16:creationId xmlns:a16="http://schemas.microsoft.com/office/drawing/2014/main" id="{7D3DF08D-8EDA-0FB3-59D9-B692F2ADD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phic 2">
            <a:extLst>
              <a:ext uri="{FF2B5EF4-FFF2-40B4-BE49-F238E27FC236}">
                <a16:creationId xmlns:a16="http://schemas.microsoft.com/office/drawing/2014/main" id="{A2CB9779-E5F6-E5C3-7695-DE08718FC9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43071" y="46780"/>
            <a:ext cx="8514019" cy="68112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C20A2B-5F54-16D0-F1D2-6A3084CCC48B}"/>
              </a:ext>
            </a:extLst>
          </p:cNvPr>
          <p:cNvSpPr txBox="1"/>
          <p:nvPr/>
        </p:nvSpPr>
        <p:spPr>
          <a:xfrm>
            <a:off x="718485" y="807853"/>
            <a:ext cx="1810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Architecture</a:t>
            </a:r>
          </a:p>
        </p:txBody>
      </p:sp>
    </p:spTree>
    <p:extLst>
      <p:ext uri="{BB962C8B-B14F-4D97-AF65-F5344CB8AC3E}">
        <p14:creationId xmlns:p14="http://schemas.microsoft.com/office/powerpoint/2010/main" val="2010150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61735D-FDBB-3D4A-398D-F0F78D87E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871" y="804143"/>
            <a:ext cx="3076032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cap="none" dirty="0">
                <a:latin typeface="Verdana" panose="020B0604030504040204" pitchFamily="34" charset="0"/>
                <a:ea typeface="Verdana" panose="020B0604030504040204" pitchFamily="34" charset="0"/>
              </a:rPr>
              <a:t>Components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phic 2">
            <a:extLst>
              <a:ext uri="{FF2B5EF4-FFF2-40B4-BE49-F238E27FC236}">
                <a16:creationId xmlns:a16="http://schemas.microsoft.com/office/drawing/2014/main" id="{A5866E7E-893B-7B18-E90A-6BFE0A45F1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53087" y="1"/>
            <a:ext cx="8131627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706772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13</Words>
  <Application>Microsoft Office PowerPoint</Application>
  <PresentationFormat>Widescreen</PresentationFormat>
  <Paragraphs>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Calisto MT</vt:lpstr>
      <vt:lpstr>Univers Condensed</vt:lpstr>
      <vt:lpstr>Verdana</vt:lpstr>
      <vt:lpstr>ChronicleVTI</vt:lpstr>
      <vt:lpstr>Brreg Lookup</vt:lpstr>
      <vt:lpstr>PowerPoint Presentation</vt:lpstr>
      <vt:lpstr>PowerPoint Presentation</vt:lpstr>
      <vt:lpstr>Components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Anders Mikael Torgersen</dc:creator>
  <cp:lastModifiedBy>Anders Mikael Torgersen</cp:lastModifiedBy>
  <cp:revision>1</cp:revision>
  <dcterms:created xsi:type="dcterms:W3CDTF">2026-03-08T18:04:51Z</dcterms:created>
  <dcterms:modified xsi:type="dcterms:W3CDTF">2026-03-08T19:53:24Z</dcterms:modified>
</cp:coreProperties>
</file>